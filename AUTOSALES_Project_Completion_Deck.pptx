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AUTOSALES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196F3"/>
                </a:solidFill>
              </a:rPr>
              <a:t>Mainframe Modernization — Project Completion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BDEFB"/>
                </a:solidFill>
              </a:rPr>
              <a:t>IMS DC / COBOL / DB2  →  Spring Boot + React +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3931920"/>
            <a:ext cx="457200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</a:rPr>
              <a:t>Project #4  |  279 Legacy Files  |  ~95,200 SLOC  |  10 Business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Project Completion — 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All 103+ legacy programs modernized with 12 beyond-parity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103+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Legacy Programs 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196F3"/>
                </a:solidFill>
              </a:rPr>
              <a:t>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Java Source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B1FA2"/>
                </a:solidFill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React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688"/>
                </a:solidFill>
              </a:rPr>
              <a:t>187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REST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64592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18288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374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Unit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2918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196F3"/>
                </a:solidFill>
              </a:rPr>
              <a:t>19,000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Java SLOC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17520" y="32918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3474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7B1FA2"/>
                </a:solidFill>
              </a:rPr>
              <a:t>21,000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TypeScript SLOC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2918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0" y="3474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800"/>
                </a:solidFill>
              </a:rPr>
              <a:t>95,200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Legacy Total SLOC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29184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4747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58%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11480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Code Reduction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329184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47472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9688"/>
                </a:solidFill>
              </a:rPr>
              <a:t>12/12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114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Enhancements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93776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20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JPA Entities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60320" y="493776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5120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53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Repositories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493776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6320" y="5120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4632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Services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66560" y="493776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5120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Controllers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4937760"/>
            <a:ext cx="1828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51206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124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57607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DTOs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0" y="4937760"/>
            <a:ext cx="914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155680" y="51206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B4F72"/>
                </a:solidFill>
              </a:rPr>
              <a:t>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0" y="5760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Migrations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Wave Execution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8 waves completed — progressive build from foundation to full functionality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99669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743200"/>
                <a:gridCol w="1371600"/>
                <a:gridCol w="1371600"/>
                <a:gridCol w="1097280"/>
                <a:gridCol w="914400"/>
                <a:gridCol w="109728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Wave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Scope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Legacy Programs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Endpoints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React Pages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0: 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Auth, Schema, Utilities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 common libs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1: Admin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Dealers, Pricing, Tax, Models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2: Customer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CRUD, Credit,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3: Sales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Deal Lifecycle State Machine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 (550 LOC)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4: Finance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Finance, F&amp;I, Floor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5: Vehicle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Inventory, Stock, Production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6: Registration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Registration, Warranty, Recall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7: Batch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Daily/Monthly/Weekly, Integrations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9+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103+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Architecture: Modular Monolith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Why NOT microservices: deal lifecycle spans 6+ modules atomically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Key Decision: Modular Monolith over Microservices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Deal completion atomically touches Customer + Vehicle + Stock + Finance + Registration + Warranty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Single @Transactional boundary — no saga patterns, no distributed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Modules cleanly separated by package — extractable to microservices later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• Docker deployment: 3 containers (app + db + ui) — minutes, not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Technology Stack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858000" y="2194560"/>
          <a:ext cx="48463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Spring Boot 3.3 / Java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PostgreSQL 16 (Flyway)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Spring Security + JWT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React 18 + TypeScript 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Styling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Tailwind CSS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Maven + Vite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JUnit 5 + Mockito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</a:rPr>
              <a:t>8 Domain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11887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4754880"/>
            <a:ext cx="118872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754880"/>
            <a:ext cx="118872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754880"/>
            <a:ext cx="1188720" cy="45720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Finance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188720" cy="4572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Vehicle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11680" y="5394960"/>
            <a:ext cx="118872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Registration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394960"/>
            <a:ext cx="118872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Batch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5394960"/>
            <a:ext cx="118872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Floor Plan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Before &amp; After: IMS DC Terminal → Modern Web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16 MFS green-screen terminals replaced by 50 responsive React pages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572000"/>
                <a:gridCol w="50292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IMS DC (Before)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React + Spring Boot (After)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Fixed 80×24 green text terminal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Responsive web, any screen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Navigation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Transaction codes (VEHI, FPLR)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Collapsible sidebar with 8 groups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 between fixed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Modern forms with real-time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Fixed-width monospace text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Color badges, charts, cards, tables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Pagination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PF7/PF8 keys, 12 rows max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Click pagination, configurable page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Print screen or SYSOUT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CSV download, one click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3270 terminal emulator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Any web browser, any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JCL / IEBCOPY / SMP/E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Compose (3 containers, 2 minutes)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374 automated unit tests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User Roles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IMS sign-on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JWT + RBAC (5 roles: Admin/Mgr/Sales/Finance/Clerk)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CLIST &amp; REXX Automation Scripts — Architectural Elimination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13 mainframe scripts (2,300 SLOC) replaced by platform capabilities — not ported line-by-line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96926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731520"/>
                <a:gridCol w="365760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Legacy Script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Modern Equivalent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Submit batch JCL with date override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BatchJobsPage 'Run Now' buttons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ASSTATUS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Check job status via SDSF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Dashboard System Health panel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ASBROWSE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Browse report output in ISPF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BatchReportsPage (6 tabs)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ASVINLKP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VIN lookup with deal history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VehicleDetailPage + VinDecodePanel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ASDEALER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Dealer KPI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StockDashboardPage (7 KPI cards)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ASMENU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ISPF main menu panel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Collapsible Sidebar (8 nav groups)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ASLOGON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TSO logon, allocate datasets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compose up (2 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ASCOMPIL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DB2 precompile + COBOL + link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mvn compile (one command)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ISPF editor (cols 7-72)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Code / IntelliJ 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ASMIGRTE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DEV-&gt;QA-&gt;PROD (IEBCOPY)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image tag + push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DB2 UNLOAD + DFDSS backup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pg_dump / Docker volumes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ASDBCHK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DB2 health check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Spring Actuator /health endpoint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5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ASIMSCHK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REXX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IMS queue depth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Dashboard health badges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4F72"/>
                </a:solidFill>
              </a:rPr>
              <a:t>Total Legacy: 95,200 SLOC  (COBOL 74.3K + MFS 8.3K + JCL 4.4K + Copybooks 3.9K + REXX 1.5K + DDL 1.1K + CLIST 0.8K + PSB/DBD 0.9K)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Quality &amp; Defect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19 defects found and fixed — zero in core business logic translation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374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Total Tests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Pass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800"/>
                </a:solidFill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Defects Found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2286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4CAF50"/>
                </a:solidFill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Biz Logic Defects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645920"/>
            <a:ext cx="1645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1828800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196F3"/>
                </a:solidFill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688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</a:rPr>
              <a:t>Build Cycles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274320" y="3291840"/>
          <a:ext cx="1069848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731520"/>
                <a:gridCol w="822960"/>
                <a:gridCol w="731520"/>
                <a:gridCol w="914400"/>
                <a:gridCol w="640080"/>
                <a:gridCol w="50292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Deployment/Infra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PG reserved word, Docker volume, auth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Code (non-logic)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Seed overflow, @Auditable on read TX, FormField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UX/UI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Sidebar length, Dashboard hardcoded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Business Logic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 defects in COBOL-&gt;Java translation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9688"/>
                </a:solidFill>
              </a:rPr>
              <a:t>Key: All defects were in deployment config, seed data, or component wiring. The COBOL-to-Java business logic (deal lifecycle, financial calcs, stock management) translated with zero defects.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12 Enhancements Beyond Mainframe Parity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Modernization as opportunity, not just migration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8961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5029200"/>
                <a:gridCol w="9144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Enhancement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Business Value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Sales Pipeline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Visual deal flow — managers see bottlenecks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Inventory Health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Aging heat map — prevents aged inventory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Finance Calculator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Side-by-side term comparison for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Floor Plan Exposure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Lender breakdown + curtailment alerts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Audit Trail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Searchable audit log — compliance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Excel/CSV Export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One-click data export from any list view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Real-time Deal Profitability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Live gross calculation during negotiation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VIN Instant Decode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Auto-decode manufacturer/year/plant on entry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On-demand Reports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Run any batch report instantly from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System Health 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Batch job monitoring with health badges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User Management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Full RBAC admin — create, lock, reset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Paginated + Searchable Lists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Server-side pagination on all 50 pages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✓ Done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Key Lessons &amp; Technical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First IMS DC modernization — different from prior CICS-based projects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5943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Lesson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Modular monolith &gt; microservices for cross-domain transactions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 distributed TX issues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IMS DC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MFS screens → React pages + REST endpoints (1:1 mapping)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Clean porting pattern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 IMS hierarchical DBDs flattened to relational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All data consolidated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Financial Math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BigDecimal mandatory — COBOL DEC(11,2) precision preserved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30+ calc tests pass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 Machine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11 vehicle status codes with strict transition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invalid transitions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Docker/Windows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Volume mount hot-reload fails on Windows — bake source into image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Reliable dev workflow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PostgreSQL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Reserved words (system_user), type mismatches need vigilance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DDL/JPA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Parallel Build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Wave 6 + 7 built simultaneously — zero conflicts with file ownership rules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2x throughput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AI-Assisted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 for parallel agents, legacy doc analysis, test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Accelerated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Risk Mitigation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All identified risks successfully mitigated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55448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41148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B4F7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IMS hierarchical data flattening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Mapped every DBD segment chain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 DBDs flattened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Financial calc precision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BigDecimal with exact COBOL algorithms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30+ tests pass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Deal state machine edge cases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Comprehensive transition matrix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12 tests, all passing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Cross-module TX consistency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Single @Transactional (monolith)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Zero issues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Floor plan day-count 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Support all 3 bases (360/365/ACT)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Calculator tested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Multi-jurisdiction tax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State/county/city rate engine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Tax tests pass ✓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RAM constraint (dev machine)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Monolith: single JVM ~512MB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runs fine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This Project Demonstrates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1600">
                <a:solidFill>
                  <a:srgbClr val="FFFFFF"/>
                </a:solidFill>
              </a:rPr>
              <a:t>Capabilities validated for future engagements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For the Modernization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IMS DC expertise — first IMS-based modernization (prior 3 were CICS)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Dual data store consolidation — IMS hierarchical + DB2 → single PostgreSQL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Architecture flexibility — chose monolith over microservices based on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AI-accelerated delivery — parallel development with Claude Code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Beyond-parity value — 12 enhancements that never existed on mainframe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B2A"/>
                </a:solidFill>
              </a:rPr>
              <a:t>For Stakeholders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100% functional parity — every mainframe TX has modern equivalent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50 polished pages vs 16 green-screen terminals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Self-service: on-demand reports, CSV export,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Operational visibility: batch monitoring, 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Reduced risk: 374 automated tests, containerized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</a:rPr>
              <a:t>✓ Future-ready: API-first, extractable modules, standard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AUTOSALES Modernization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196F3"/>
                </a:solidFill>
              </a:rPr>
              <a:t>103+ COBOL Programs  •  374 Tests  •  50 React Pages  •  12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BDEFB"/>
                </a:solidFill>
              </a:rPr>
              <a:t>IMS DC / COBOL / DB2  →  Spring Boot 3.3 + React 18 + PostgreSQL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389120"/>
            <a:ext cx="457200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</a:rPr>
              <a:t>Project #4  |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